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Analyzer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4348" y="1563329"/>
            <a:ext cx="8062453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u="sng" dirty="0"/>
              <a:t>The Problem: </a:t>
            </a:r>
            <a:endParaRPr lang="en-US" sz="25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changes in microservice ecosystems often break consumers silently.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Manual tracking of</a:t>
            </a:r>
            <a:r>
              <a:rPr lang="en-US" dirty="0"/>
              <a:t> code</a:t>
            </a:r>
            <a:r>
              <a:rPr dirty="0"/>
              <a:t> changes is slow and error‑prone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Consumers discover breaking changes only in integration or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Communication between teams is inconsistent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Impact analysis across services is nearly impossible manually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Teams generally may phase the risk of missing out on alerting dependent teams because of incomplete cross functional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70AD4-8C21-1B62-4A0A-E6FDE775BCD5}"/>
              </a:ext>
            </a:extLst>
          </p:cNvPr>
          <p:cNvSpPr txBox="1"/>
          <p:nvPr/>
        </p:nvSpPr>
        <p:spPr>
          <a:xfrm>
            <a:off x="624348" y="4329320"/>
            <a:ext cx="8062453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u="sng" dirty="0"/>
              <a:t>Our Solution :</a:t>
            </a:r>
          </a:p>
          <a:p>
            <a:r>
              <a:rPr lang="en-US" dirty="0"/>
              <a:t>• Monitors Repo changes whenever a PR is raised.</a:t>
            </a:r>
          </a:p>
          <a:p>
            <a:r>
              <a:rPr lang="en-US" dirty="0"/>
              <a:t>• Identifies impacted consumers via subscriptions and broadcasts.</a:t>
            </a:r>
          </a:p>
          <a:p>
            <a:r>
              <a:rPr lang="en-US" dirty="0"/>
              <a:t>• GenAI (Gemini) explains what changed and why it matters. These insights are shared over mail to the dependent teams explaining the impacted components, possible </a:t>
            </a:r>
            <a:r>
              <a:rPr lang="en-US" dirty="0" err="1"/>
              <a:t>repurcusions</a:t>
            </a:r>
            <a:r>
              <a:rPr lang="en-US" dirty="0"/>
              <a:t>, risk severity and suggestive measures.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4471" y="1568706"/>
            <a:ext cx="4577852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u="sng" dirty="0"/>
              <a:t>Flow</a:t>
            </a:r>
            <a:endParaRPr lang="en-US" sz="2500" u="sng" dirty="0"/>
          </a:p>
          <a:p>
            <a:endParaRPr sz="2500" u="sng" dirty="0"/>
          </a:p>
          <a:p>
            <a:r>
              <a:rPr lang="en-US" sz="1700" dirty="0"/>
              <a:t>1. CI/CD triggers Java/Gradle Analyzer on each PR.</a:t>
            </a:r>
          </a:p>
          <a:p>
            <a:r>
              <a:rPr sz="1700" dirty="0"/>
              <a:t>2. Analyzer parses </a:t>
            </a:r>
            <a:r>
              <a:rPr lang="en-US" sz="1700" dirty="0"/>
              <a:t>Codebase </a:t>
            </a:r>
            <a:r>
              <a:rPr sz="1700" dirty="0"/>
              <a:t>and builds endpoint catalog</a:t>
            </a:r>
            <a:r>
              <a:rPr lang="en-US" sz="1700" dirty="0"/>
              <a:t> and tracks git diff.</a:t>
            </a:r>
            <a:endParaRPr sz="1700" dirty="0"/>
          </a:p>
          <a:p>
            <a:r>
              <a:rPr sz="1700" dirty="0"/>
              <a:t>3. Git diff </a:t>
            </a:r>
            <a:r>
              <a:rPr lang="en-US" sz="1700" dirty="0"/>
              <a:t>is </a:t>
            </a:r>
            <a:r>
              <a:rPr sz="1700" dirty="0"/>
              <a:t>used to detect structural </a:t>
            </a:r>
            <a:r>
              <a:rPr lang="en-US" sz="1700" dirty="0"/>
              <a:t>behavioral </a:t>
            </a:r>
            <a:r>
              <a:rPr sz="1700" dirty="0"/>
              <a:t>changes</a:t>
            </a:r>
          </a:p>
          <a:p>
            <a:r>
              <a:rPr sz="1700" dirty="0"/>
              <a:t>4. </a:t>
            </a:r>
            <a:r>
              <a:rPr lang="en-US" sz="1700" dirty="0" err="1"/>
              <a:t>FastAPI</a:t>
            </a:r>
            <a:r>
              <a:rPr sz="1700" dirty="0"/>
              <a:t> backend stores metadata in SQLite</a:t>
            </a:r>
            <a:r>
              <a:rPr lang="en-US" sz="1700" dirty="0"/>
              <a:t>.</a:t>
            </a:r>
            <a:endParaRPr sz="1700" dirty="0"/>
          </a:p>
          <a:p>
            <a:r>
              <a:rPr sz="1700" dirty="0"/>
              <a:t>5. React/Vite UI allows consumers to subscribe to APIs</a:t>
            </a:r>
            <a:r>
              <a:rPr lang="en-US" sz="1700" dirty="0"/>
              <a:t>.</a:t>
            </a:r>
          </a:p>
          <a:p>
            <a:r>
              <a:rPr lang="en-US" sz="1700" dirty="0"/>
              <a:t>6. Gemini LLM generates high‑level impact insights</a:t>
            </a:r>
            <a:endParaRPr sz="1700" dirty="0"/>
          </a:p>
          <a:p>
            <a:r>
              <a:rPr lang="en-US" sz="1700" dirty="0"/>
              <a:t>7</a:t>
            </a:r>
            <a:r>
              <a:rPr sz="1700" dirty="0"/>
              <a:t>. SMTP engine sends targeted email alerts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A8440-8432-8A39-5878-6679CD8F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9" y="1715729"/>
            <a:ext cx="4479531" cy="3573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9213" y="535900"/>
            <a:ext cx="8529484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u="sng" dirty="0"/>
              <a:t>Approach:</a:t>
            </a:r>
          </a:p>
          <a:p>
            <a:r>
              <a:rPr dirty="0"/>
              <a:t>• CI/CD‑native automated analysis</a:t>
            </a:r>
          </a:p>
          <a:p>
            <a:r>
              <a:rPr dirty="0"/>
              <a:t>• Static + diff‑based </a:t>
            </a:r>
            <a:r>
              <a:rPr lang="en-US" dirty="0"/>
              <a:t>code</a:t>
            </a:r>
            <a:r>
              <a:rPr dirty="0"/>
              <a:t> change detection</a:t>
            </a:r>
          </a:p>
          <a:p>
            <a:r>
              <a:rPr dirty="0"/>
              <a:t>• Consumer‑centric subscription model</a:t>
            </a:r>
          </a:p>
          <a:p>
            <a:r>
              <a:rPr dirty="0"/>
              <a:t>• GenAI‑enhanced impact summaries</a:t>
            </a:r>
          </a:p>
          <a:p>
            <a:endParaRPr dirty="0"/>
          </a:p>
          <a:p>
            <a:r>
              <a:rPr sz="2500" u="sng" dirty="0"/>
              <a:t>Key Highlights:</a:t>
            </a:r>
          </a:p>
          <a:p>
            <a:r>
              <a:rPr dirty="0"/>
              <a:t>• End‑to‑end working MVP</a:t>
            </a:r>
          </a:p>
          <a:p>
            <a:r>
              <a:rPr dirty="0"/>
              <a:t>• Targeted email notifications</a:t>
            </a:r>
          </a:p>
          <a:p>
            <a:r>
              <a:rPr dirty="0"/>
              <a:t>• Gemini‑powered insights</a:t>
            </a:r>
          </a:p>
          <a:p>
            <a:r>
              <a:rPr dirty="0"/>
              <a:t>• Minimal manual overhead</a:t>
            </a:r>
          </a:p>
          <a:p>
            <a:endParaRPr dirty="0"/>
          </a:p>
          <a:p>
            <a:r>
              <a:rPr sz="2500" u="sng" dirty="0"/>
              <a:t>Outcomes </a:t>
            </a:r>
            <a:endParaRPr lang="en-US" sz="2500" u="sng" dirty="0"/>
          </a:p>
          <a:p>
            <a:r>
              <a:rPr dirty="0"/>
              <a:t>• Fewer surprise breakages</a:t>
            </a:r>
          </a:p>
          <a:p>
            <a:r>
              <a:rPr dirty="0"/>
              <a:t>• Better cross‑team communication</a:t>
            </a:r>
          </a:p>
          <a:p>
            <a:r>
              <a:rPr dirty="0"/>
              <a:t>• Faster, safer releases</a:t>
            </a:r>
            <a:endParaRPr lang="en-US" dirty="0"/>
          </a:p>
          <a:p>
            <a:endParaRPr lang="en-IN" dirty="0"/>
          </a:p>
          <a:p>
            <a:r>
              <a:rPr lang="en-IN" sz="2500" u="sng" dirty="0"/>
              <a:t>Future Scope:</a:t>
            </a:r>
            <a:endParaRPr dirty="0"/>
          </a:p>
          <a:p>
            <a:r>
              <a:rPr dirty="0"/>
              <a:t>• Extend to more frameworks, chat alerts, deeper impact 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294</Words>
  <Application>Microsoft Office PowerPoint</Application>
  <PresentationFormat>On-screen Show (4:3)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Impact Analyzer</vt:lpstr>
      <vt:lpstr>Architecture Overview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Siddharth</dc:creator>
  <cp:keywords/>
  <dc:description>generated using python-pptx</dc:description>
  <cp:lastModifiedBy>Siddharth Shankar</cp:lastModifiedBy>
  <cp:revision>4</cp:revision>
  <dcterms:created xsi:type="dcterms:W3CDTF">2013-01-27T09:14:16Z</dcterms:created>
  <dcterms:modified xsi:type="dcterms:W3CDTF">2025-11-21T18:24:05Z</dcterms:modified>
  <cp:category/>
</cp:coreProperties>
</file>